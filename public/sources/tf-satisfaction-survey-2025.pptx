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18288000" cy="10287000"/>
  <p:notesSz cx="6858000" cy="9144000"/>
  <p:embeddedFontLst>
    <p:embeddedFont>
      <p:font typeface="General Sans" pitchFamily="50" charset="0"/>
      <p:regular r:id="rId7"/>
      <p:bold r:id="rId8"/>
      <p:italic r:id="rId9"/>
      <p:boldItalic r:id="rId10"/>
    </p:embeddedFont>
    <p:embeddedFont>
      <p:font typeface="General Sans 1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FF6F9-C9B8-4693-BAE4-70BB89874A69}" v="41" dt="2026-07-23T06:21:40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Mani" userId="9e20272a-ca46-412b-9262-f68503eef54d" providerId="ADAL" clId="{F36015E7-4836-4875-9989-51207E5CEB81}"/>
    <pc:docChg chg="undo custSel addSld delSld modSld sldOrd">
      <pc:chgData name="Deepika Mani" userId="9e20272a-ca46-412b-9262-f68503eef54d" providerId="ADAL" clId="{F36015E7-4836-4875-9989-51207E5CEB81}" dt="2026-07-23T06:22:59.319" v="622" actId="108"/>
      <pc:docMkLst>
        <pc:docMk/>
      </pc:docMkLst>
      <pc:sldChg chg="delSp modSp mod">
        <pc:chgData name="Deepika Mani" userId="9e20272a-ca46-412b-9262-f68503eef54d" providerId="ADAL" clId="{F36015E7-4836-4875-9989-51207E5CEB81}" dt="2026-07-14T10:39:08.555" v="88" actId="122"/>
        <pc:sldMkLst>
          <pc:docMk/>
          <pc:sldMk cId="0" sldId="256"/>
        </pc:sldMkLst>
        <pc:spChg chg="mod">
          <ac:chgData name="Deepika Mani" userId="9e20272a-ca46-412b-9262-f68503eef54d" providerId="ADAL" clId="{F36015E7-4836-4875-9989-51207E5CEB81}" dt="2026-07-14T10:39:00.852" v="87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Deepika Mani" userId="9e20272a-ca46-412b-9262-f68503eef54d" providerId="ADAL" clId="{F36015E7-4836-4875-9989-51207E5CEB81}" dt="2026-07-14T10:39:08.555" v="88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Deepika Mani" userId="9e20272a-ca46-412b-9262-f68503eef54d" providerId="ADAL" clId="{F36015E7-4836-4875-9989-51207E5CEB81}" dt="2026-07-14T10:37:06.348" v="47" actId="14100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add del mod ord">
        <pc:chgData name="Deepika Mani" userId="9e20272a-ca46-412b-9262-f68503eef54d" providerId="ADAL" clId="{F36015E7-4836-4875-9989-51207E5CEB81}" dt="2026-07-23T06:22:59.319" v="622" actId="108"/>
        <pc:sldMkLst>
          <pc:docMk/>
          <pc:sldMk cId="0" sldId="257"/>
        </pc:sldMkLst>
        <pc:spChg chg="mod">
          <ac:chgData name="Deepika Mani" userId="9e20272a-ca46-412b-9262-f68503eef54d" providerId="ADAL" clId="{F36015E7-4836-4875-9989-51207E5CEB81}" dt="2026-07-19T07:01:43.746" v="44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epika Mani" userId="9e20272a-ca46-412b-9262-f68503eef54d" providerId="ADAL" clId="{F36015E7-4836-4875-9989-51207E5CEB81}" dt="2026-07-19T06:53:28.868" v="322" actId="14100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Deepika Mani" userId="9e20272a-ca46-412b-9262-f68503eef54d" providerId="ADAL" clId="{F36015E7-4836-4875-9989-51207E5CEB81}" dt="2026-07-23T06:22:59.319" v="622" actId="108"/>
          <ac:spMkLst>
            <pc:docMk/>
            <pc:sldMk cId="0" sldId="257"/>
            <ac:spMk id="8" creationId="{E800360B-F869-BB0C-FBB4-F840519C46A6}"/>
          </ac:spMkLst>
        </pc:spChg>
      </pc:sldChg>
      <pc:sldChg chg="modSp add mod">
        <pc:chgData name="Deepika Mani" userId="9e20272a-ca46-412b-9262-f68503eef54d" providerId="ADAL" clId="{F36015E7-4836-4875-9989-51207E5CEB81}" dt="2026-07-19T07:36:17.817" v="448" actId="14100"/>
        <pc:sldMkLst>
          <pc:docMk/>
          <pc:sldMk cId="1334690553" sldId="258"/>
        </pc:sldMkLst>
        <pc:spChg chg="mod">
          <ac:chgData name="Deepika Mani" userId="9e20272a-ca46-412b-9262-f68503eef54d" providerId="ADAL" clId="{F36015E7-4836-4875-9989-51207E5CEB81}" dt="2026-07-19T06:52:12.216" v="262" actId="20577"/>
          <ac:spMkLst>
            <pc:docMk/>
            <pc:sldMk cId="1334690553" sldId="258"/>
            <ac:spMk id="5" creationId="{4DCD4CA4-3B9A-0D8A-5F57-186809152470}"/>
          </ac:spMkLst>
        </pc:spChg>
        <pc:spChg chg="mod">
          <ac:chgData name="Deepika Mani" userId="9e20272a-ca46-412b-9262-f68503eef54d" providerId="ADAL" clId="{F36015E7-4836-4875-9989-51207E5CEB81}" dt="2026-07-19T07:36:17.817" v="448" actId="14100"/>
          <ac:spMkLst>
            <pc:docMk/>
            <pc:sldMk cId="1334690553" sldId="258"/>
            <ac:spMk id="7" creationId="{69517815-2DE0-56F7-39B3-F337350DB8EA}"/>
          </ac:spMkLst>
        </pc:spChg>
        <pc:spChg chg="mod">
          <ac:chgData name="Deepika Mani" userId="9e20272a-ca46-412b-9262-f68503eef54d" providerId="ADAL" clId="{F36015E7-4836-4875-9989-51207E5CEB81}" dt="2026-07-19T06:54:38.514" v="355" actId="14100"/>
          <ac:spMkLst>
            <pc:docMk/>
            <pc:sldMk cId="1334690553" sldId="258"/>
            <ac:spMk id="17" creationId="{F69894D3-59FA-589F-914E-76C5D8022103}"/>
          </ac:spMkLst>
        </pc:spChg>
      </pc:sldChg>
      <pc:sldChg chg="addSp delSp modSp add mod">
        <pc:chgData name="Deepika Mani" userId="9e20272a-ca46-412b-9262-f68503eef54d" providerId="ADAL" clId="{F36015E7-4836-4875-9989-51207E5CEB81}" dt="2026-07-23T06:10:14.772" v="566" actId="767"/>
        <pc:sldMkLst>
          <pc:docMk/>
          <pc:sldMk cId="3533830941" sldId="259"/>
        </pc:sldMkLst>
        <pc:spChg chg="add mod">
          <ac:chgData name="Deepika Mani" userId="9e20272a-ca46-412b-9262-f68503eef54d" providerId="ADAL" clId="{F36015E7-4836-4875-9989-51207E5CEB81}" dt="2026-07-23T06:09:25.543" v="558" actId="164"/>
          <ac:spMkLst>
            <pc:docMk/>
            <pc:sldMk cId="3533830941" sldId="259"/>
            <ac:spMk id="3" creationId="{0152F321-B49A-4E84-4C20-B055F5911381}"/>
          </ac:spMkLst>
        </pc:spChg>
        <pc:spChg chg="mod">
          <ac:chgData name="Deepika Mani" userId="9e20272a-ca46-412b-9262-f68503eef54d" providerId="ADAL" clId="{F36015E7-4836-4875-9989-51207E5CEB81}" dt="2026-07-19T07:38:27.655" v="459" actId="14100"/>
          <ac:spMkLst>
            <pc:docMk/>
            <pc:sldMk cId="3533830941" sldId="259"/>
            <ac:spMk id="5" creationId="{E1C3521D-A4BE-C467-109B-49EC8DD11EA0}"/>
          </ac:spMkLst>
        </pc:spChg>
        <pc:spChg chg="add mod">
          <ac:chgData name="Deepika Mani" userId="9e20272a-ca46-412b-9262-f68503eef54d" providerId="ADAL" clId="{F36015E7-4836-4875-9989-51207E5CEB81}" dt="2026-07-23T06:09:47.211" v="559" actId="207"/>
          <ac:spMkLst>
            <pc:docMk/>
            <pc:sldMk cId="3533830941" sldId="259"/>
            <ac:spMk id="6" creationId="{2F1DB5E4-6AF8-2CB6-FA76-4D2D79DAF8F1}"/>
          </ac:spMkLst>
        </pc:spChg>
        <pc:spChg chg="add mod">
          <ac:chgData name="Deepika Mani" userId="9e20272a-ca46-412b-9262-f68503eef54d" providerId="ADAL" clId="{F36015E7-4836-4875-9989-51207E5CEB81}" dt="2026-07-23T06:09:25.543" v="558" actId="164"/>
          <ac:spMkLst>
            <pc:docMk/>
            <pc:sldMk cId="3533830941" sldId="259"/>
            <ac:spMk id="7" creationId="{08E3C3DD-A4D3-A906-397A-A1D6EBA7BC21}"/>
          </ac:spMkLst>
        </pc:spChg>
        <pc:spChg chg="add mod">
          <ac:chgData name="Deepika Mani" userId="9e20272a-ca46-412b-9262-f68503eef54d" providerId="ADAL" clId="{F36015E7-4836-4875-9989-51207E5CEB81}" dt="2026-07-23T06:09:50.635" v="560" actId="108"/>
          <ac:spMkLst>
            <pc:docMk/>
            <pc:sldMk cId="3533830941" sldId="259"/>
            <ac:spMk id="8" creationId="{7619DE9D-681F-D1B5-BD13-BC66A0458759}"/>
          </ac:spMkLst>
        </pc:spChg>
        <pc:spChg chg="add mod">
          <ac:chgData name="Deepika Mani" userId="9e20272a-ca46-412b-9262-f68503eef54d" providerId="ADAL" clId="{F36015E7-4836-4875-9989-51207E5CEB81}" dt="2026-07-23T06:09:25.543" v="558" actId="164"/>
          <ac:spMkLst>
            <pc:docMk/>
            <pc:sldMk cId="3533830941" sldId="259"/>
            <ac:spMk id="9" creationId="{D8EC5B83-2B1F-B43B-37E7-E1E3B8A9F435}"/>
          </ac:spMkLst>
        </pc:spChg>
        <pc:spChg chg="add mod">
          <ac:chgData name="Deepika Mani" userId="9e20272a-ca46-412b-9262-f68503eef54d" providerId="ADAL" clId="{F36015E7-4836-4875-9989-51207E5CEB81}" dt="2026-07-23T06:09:52.617" v="561" actId="108"/>
          <ac:spMkLst>
            <pc:docMk/>
            <pc:sldMk cId="3533830941" sldId="259"/>
            <ac:spMk id="11" creationId="{FBE6D66B-48CE-D901-A607-B423BF2624F0}"/>
          </ac:spMkLst>
        </pc:spChg>
        <pc:spChg chg="add mod">
          <ac:chgData name="Deepika Mani" userId="9e20272a-ca46-412b-9262-f68503eef54d" providerId="ADAL" clId="{F36015E7-4836-4875-9989-51207E5CEB81}" dt="2026-07-23T06:09:25.543" v="558" actId="164"/>
          <ac:spMkLst>
            <pc:docMk/>
            <pc:sldMk cId="3533830941" sldId="259"/>
            <ac:spMk id="13" creationId="{578D6489-D987-BDB5-C6D9-A1789E962CBD}"/>
          </ac:spMkLst>
        </pc:spChg>
        <pc:spChg chg="add del">
          <ac:chgData name="Deepika Mani" userId="9e20272a-ca46-412b-9262-f68503eef54d" providerId="ADAL" clId="{F36015E7-4836-4875-9989-51207E5CEB81}" dt="2026-07-23T06:08:20.577" v="543" actId="478"/>
          <ac:spMkLst>
            <pc:docMk/>
            <pc:sldMk cId="3533830941" sldId="259"/>
            <ac:spMk id="15" creationId="{3D8C1523-B12C-95B4-5D59-69094F2DDCEE}"/>
          </ac:spMkLst>
        </pc:spChg>
        <pc:spChg chg="add del">
          <ac:chgData name="Deepika Mani" userId="9e20272a-ca46-412b-9262-f68503eef54d" providerId="ADAL" clId="{F36015E7-4836-4875-9989-51207E5CEB81}" dt="2026-07-23T06:08:36.176" v="545" actId="478"/>
          <ac:spMkLst>
            <pc:docMk/>
            <pc:sldMk cId="3533830941" sldId="259"/>
            <ac:spMk id="18" creationId="{9CC4116C-DD31-5DE7-1152-92695C442137}"/>
          </ac:spMkLst>
        </pc:spChg>
        <pc:spChg chg="add mod">
          <ac:chgData name="Deepika Mani" userId="9e20272a-ca46-412b-9262-f68503eef54d" providerId="ADAL" clId="{F36015E7-4836-4875-9989-51207E5CEB81}" dt="2026-07-23T06:09:25.543" v="558" actId="164"/>
          <ac:spMkLst>
            <pc:docMk/>
            <pc:sldMk cId="3533830941" sldId="259"/>
            <ac:spMk id="20" creationId="{C72F8BD0-312E-4DB3-3A5D-7BE7940528A3}"/>
          </ac:spMkLst>
        </pc:spChg>
        <pc:spChg chg="add mod">
          <ac:chgData name="Deepika Mani" userId="9e20272a-ca46-412b-9262-f68503eef54d" providerId="ADAL" clId="{F36015E7-4836-4875-9989-51207E5CEB81}" dt="2026-07-23T06:09:53.728" v="562" actId="108"/>
          <ac:spMkLst>
            <pc:docMk/>
            <pc:sldMk cId="3533830941" sldId="259"/>
            <ac:spMk id="22" creationId="{8C7FE664-AD83-55CE-E584-76C678D31A56}"/>
          </ac:spMkLst>
        </pc:spChg>
        <pc:spChg chg="add mod">
          <ac:chgData name="Deepika Mani" userId="9e20272a-ca46-412b-9262-f68503eef54d" providerId="ADAL" clId="{F36015E7-4836-4875-9989-51207E5CEB81}" dt="2026-07-23T06:09:55.368" v="564" actId="108"/>
          <ac:spMkLst>
            <pc:docMk/>
            <pc:sldMk cId="3533830941" sldId="259"/>
            <ac:spMk id="24" creationId="{EDCD9036-E8BA-3F47-5EB4-4A9D75A7EE09}"/>
          </ac:spMkLst>
        </pc:spChg>
        <pc:spChg chg="add mod">
          <ac:chgData name="Deepika Mani" userId="9e20272a-ca46-412b-9262-f68503eef54d" providerId="ADAL" clId="{F36015E7-4836-4875-9989-51207E5CEB81}" dt="2026-07-23T06:10:14.772" v="566" actId="767"/>
          <ac:spMkLst>
            <pc:docMk/>
            <pc:sldMk cId="3533830941" sldId="259"/>
            <ac:spMk id="26" creationId="{3DB4ADE5-0D39-93C8-A339-A07C79844AF1}"/>
          </ac:spMkLst>
        </pc:spChg>
        <pc:picChg chg="add mod">
          <ac:chgData name="Deepika Mani" userId="9e20272a-ca46-412b-9262-f68503eef54d" providerId="ADAL" clId="{F36015E7-4836-4875-9989-51207E5CEB81}" dt="2026-07-23T06:09:54.562" v="563" actId="108"/>
          <ac:picMkLst>
            <pc:docMk/>
            <pc:sldMk cId="3533830941" sldId="259"/>
            <ac:picMk id="4" creationId="{BA5DDA0A-6F3D-AB7F-6C8A-6622EF9E4821}"/>
          </ac:picMkLst>
        </pc:picChg>
      </pc:sldChg>
      <pc:sldChg chg="addSp delSp modSp add mod">
        <pc:chgData name="Deepika Mani" userId="9e20272a-ca46-412b-9262-f68503eef54d" providerId="ADAL" clId="{F36015E7-4836-4875-9989-51207E5CEB81}" dt="2026-07-23T06:22:15.957" v="612" actId="14100"/>
        <pc:sldMkLst>
          <pc:docMk/>
          <pc:sldMk cId="1358415556" sldId="260"/>
        </pc:sldMkLst>
        <pc:spChg chg="del">
          <ac:chgData name="Deepika Mani" userId="9e20272a-ca46-412b-9262-f68503eef54d" providerId="ADAL" clId="{F36015E7-4836-4875-9989-51207E5CEB81}" dt="2026-07-23T06:17:49.658" v="580" actId="478"/>
          <ac:spMkLst>
            <pc:docMk/>
            <pc:sldMk cId="1358415556" sldId="260"/>
            <ac:spMk id="3" creationId="{2618C3F4-12B5-63FD-24BA-E23626E2CF8D}"/>
          </ac:spMkLst>
        </pc:spChg>
        <pc:spChg chg="del">
          <ac:chgData name="Deepika Mani" userId="9e20272a-ca46-412b-9262-f68503eef54d" providerId="ADAL" clId="{F36015E7-4836-4875-9989-51207E5CEB81}" dt="2026-07-23T06:17:52.496" v="581" actId="478"/>
          <ac:spMkLst>
            <pc:docMk/>
            <pc:sldMk cId="1358415556" sldId="260"/>
            <ac:spMk id="7" creationId="{C401CDED-052F-1726-E628-DE5D621AC8A9}"/>
          </ac:spMkLst>
        </pc:spChg>
        <pc:spChg chg="del">
          <ac:chgData name="Deepika Mani" userId="9e20272a-ca46-412b-9262-f68503eef54d" providerId="ADAL" clId="{F36015E7-4836-4875-9989-51207E5CEB81}" dt="2026-07-23T06:17:30.927" v="569" actId="478"/>
          <ac:spMkLst>
            <pc:docMk/>
            <pc:sldMk cId="1358415556" sldId="260"/>
            <ac:spMk id="17" creationId="{E45EC473-2874-F505-DE77-F4693F9DE6FF}"/>
          </ac:spMkLst>
        </pc:spChg>
        <pc:spChg chg="del">
          <ac:chgData name="Deepika Mani" userId="9e20272a-ca46-412b-9262-f68503eef54d" providerId="ADAL" clId="{F36015E7-4836-4875-9989-51207E5CEB81}" dt="2026-07-23T06:17:35.442" v="572" actId="478"/>
          <ac:spMkLst>
            <pc:docMk/>
            <pc:sldMk cId="1358415556" sldId="260"/>
            <ac:spMk id="20" creationId="{A89AAEA9-635D-7C90-77B7-991CD0DA6B69}"/>
          </ac:spMkLst>
        </pc:spChg>
        <pc:spChg chg="del">
          <ac:chgData name="Deepika Mani" userId="9e20272a-ca46-412b-9262-f68503eef54d" providerId="ADAL" clId="{F36015E7-4836-4875-9989-51207E5CEB81}" dt="2026-07-23T06:17:41.092" v="576" actId="478"/>
          <ac:spMkLst>
            <pc:docMk/>
            <pc:sldMk cId="1358415556" sldId="260"/>
            <ac:spMk id="22" creationId="{17DB389E-2E49-577E-0AE2-0EFE79FE81B3}"/>
          </ac:spMkLst>
        </pc:spChg>
        <pc:spChg chg="del">
          <ac:chgData name="Deepika Mani" userId="9e20272a-ca46-412b-9262-f68503eef54d" providerId="ADAL" clId="{F36015E7-4836-4875-9989-51207E5CEB81}" dt="2026-07-23T06:17:29.487" v="568" actId="478"/>
          <ac:spMkLst>
            <pc:docMk/>
            <pc:sldMk cId="1358415556" sldId="260"/>
            <ac:spMk id="25" creationId="{968C086A-BB7A-C75B-089C-0161DCE9737C}"/>
          </ac:spMkLst>
        </pc:spChg>
        <pc:spChg chg="del">
          <ac:chgData name="Deepika Mani" userId="9e20272a-ca46-412b-9262-f68503eef54d" providerId="ADAL" clId="{F36015E7-4836-4875-9989-51207E5CEB81}" dt="2026-07-23T06:17:34.030" v="571" actId="478"/>
          <ac:spMkLst>
            <pc:docMk/>
            <pc:sldMk cId="1358415556" sldId="260"/>
            <ac:spMk id="26" creationId="{0F89DE92-F6FE-DDD1-17E8-E03DE3247405}"/>
          </ac:spMkLst>
        </pc:spChg>
        <pc:spChg chg="del">
          <ac:chgData name="Deepika Mani" userId="9e20272a-ca46-412b-9262-f68503eef54d" providerId="ADAL" clId="{F36015E7-4836-4875-9989-51207E5CEB81}" dt="2026-07-23T06:17:36.877" v="573" actId="478"/>
          <ac:spMkLst>
            <pc:docMk/>
            <pc:sldMk cId="1358415556" sldId="260"/>
            <ac:spMk id="27" creationId="{4E8C34A0-7D18-DB6E-4F75-0E9FE1C3B117}"/>
          </ac:spMkLst>
        </pc:spChg>
        <pc:spChg chg="del">
          <ac:chgData name="Deepika Mani" userId="9e20272a-ca46-412b-9262-f68503eef54d" providerId="ADAL" clId="{F36015E7-4836-4875-9989-51207E5CEB81}" dt="2026-07-23T06:17:39.629" v="575" actId="478"/>
          <ac:spMkLst>
            <pc:docMk/>
            <pc:sldMk cId="1358415556" sldId="260"/>
            <ac:spMk id="28" creationId="{A8DEFFF9-CC53-FBAA-76E6-D95784816321}"/>
          </ac:spMkLst>
        </pc:spChg>
        <pc:spChg chg="del">
          <ac:chgData name="Deepika Mani" userId="9e20272a-ca46-412b-9262-f68503eef54d" providerId="ADAL" clId="{F36015E7-4836-4875-9989-51207E5CEB81}" dt="2026-07-23T06:17:43.632" v="577" actId="478"/>
          <ac:spMkLst>
            <pc:docMk/>
            <pc:sldMk cId="1358415556" sldId="260"/>
            <ac:spMk id="29" creationId="{773378E8-C37D-5BFD-1BAE-B7049ABFB8C4}"/>
          </ac:spMkLst>
        </pc:spChg>
        <pc:spChg chg="del">
          <ac:chgData name="Deepika Mani" userId="9e20272a-ca46-412b-9262-f68503eef54d" providerId="ADAL" clId="{F36015E7-4836-4875-9989-51207E5CEB81}" dt="2026-07-23T06:17:47.924" v="579" actId="478"/>
          <ac:spMkLst>
            <pc:docMk/>
            <pc:sldMk cId="1358415556" sldId="260"/>
            <ac:spMk id="30" creationId="{F21F02EB-9B6A-08A1-A139-515B39C27EA0}"/>
          </ac:spMkLst>
        </pc:spChg>
        <pc:spChg chg="del">
          <ac:chgData name="Deepika Mani" userId="9e20272a-ca46-412b-9262-f68503eef54d" providerId="ADAL" clId="{F36015E7-4836-4875-9989-51207E5CEB81}" dt="2026-07-23T06:17:46.221" v="578" actId="478"/>
          <ac:spMkLst>
            <pc:docMk/>
            <pc:sldMk cId="1358415556" sldId="260"/>
            <ac:spMk id="31" creationId="{A507EC20-CD71-43D2-64AD-65F15494A22E}"/>
          </ac:spMkLst>
        </pc:spChg>
        <pc:graphicFrameChg chg="add mod modGraphic">
          <ac:chgData name="Deepika Mani" userId="9e20272a-ca46-412b-9262-f68503eef54d" providerId="ADAL" clId="{F36015E7-4836-4875-9989-51207E5CEB81}" dt="2026-07-23T06:19:38.253" v="584" actId="14100"/>
          <ac:graphicFrameMkLst>
            <pc:docMk/>
            <pc:sldMk cId="1358415556" sldId="260"/>
            <ac:graphicFrameMk id="4" creationId="{16F13763-EA34-E2C1-3E7B-B4681AE10BB3}"/>
          </ac:graphicFrameMkLst>
        </pc:graphicFrameChg>
        <pc:graphicFrameChg chg="add mod modGraphic">
          <ac:chgData name="Deepika Mani" userId="9e20272a-ca46-412b-9262-f68503eef54d" providerId="ADAL" clId="{F36015E7-4836-4875-9989-51207E5CEB81}" dt="2026-07-23T06:22:15.957" v="612" actId="14100"/>
          <ac:graphicFrameMkLst>
            <pc:docMk/>
            <pc:sldMk cId="1358415556" sldId="260"/>
            <ac:graphicFrameMk id="9" creationId="{FE6191C7-9D8B-0C96-3A22-5453D45B09DF}"/>
          </ac:graphicFrameMkLst>
        </pc:graphicFrameChg>
        <pc:picChg chg="add del">
          <ac:chgData name="Deepika Mani" userId="9e20272a-ca46-412b-9262-f68503eef54d" providerId="ADAL" clId="{F36015E7-4836-4875-9989-51207E5CEB81}" dt="2026-07-23T06:19:43.736" v="586" actId="22"/>
          <ac:picMkLst>
            <pc:docMk/>
            <pc:sldMk cId="1358415556" sldId="260"/>
            <ac:picMk id="8" creationId="{F0CEF5FE-FA09-E745-548D-1085EC9B4D85}"/>
          </ac:picMkLst>
        </pc:picChg>
        <pc:cxnChg chg="del">
          <ac:chgData name="Deepika Mani" userId="9e20272a-ca46-412b-9262-f68503eef54d" providerId="ADAL" clId="{F36015E7-4836-4875-9989-51207E5CEB81}" dt="2026-07-23T06:17:38.330" v="574" actId="478"/>
          <ac:cxnSpMkLst>
            <pc:docMk/>
            <pc:sldMk cId="1358415556" sldId="260"/>
            <ac:cxnSpMk id="19" creationId="{CC213C77-1208-EBEF-B96A-BD5F7CEC8865}"/>
          </ac:cxnSpMkLst>
        </pc:cxnChg>
        <pc:cxnChg chg="del">
          <ac:chgData name="Deepika Mani" userId="9e20272a-ca46-412b-9262-f68503eef54d" providerId="ADAL" clId="{F36015E7-4836-4875-9989-51207E5CEB81}" dt="2026-07-23T06:17:32.312" v="570" actId="478"/>
          <ac:cxnSpMkLst>
            <pc:docMk/>
            <pc:sldMk cId="1358415556" sldId="260"/>
            <ac:cxnSpMk id="24" creationId="{CBBABBB8-EF51-251F-0478-A4EB625D643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0739794" h="14175956">
                <a:moveTo>
                  <a:pt x="0" y="0"/>
                </a:moveTo>
                <a:lnTo>
                  <a:pt x="20739794" y="0"/>
                </a:lnTo>
                <a:lnTo>
                  <a:pt x="20739794" y="14175956"/>
                </a:lnTo>
                <a:lnTo>
                  <a:pt x="0" y="14175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334664" y="1028700"/>
            <a:ext cx="7924636" cy="630881"/>
          </a:xfrm>
          <a:custGeom>
            <a:avLst/>
            <a:gdLst/>
            <a:ahLst/>
            <a:cxnLst/>
            <a:rect l="l" t="t" r="r" b="b"/>
            <a:pathLst>
              <a:path w="7924636" h="630881">
                <a:moveTo>
                  <a:pt x="0" y="0"/>
                </a:moveTo>
                <a:lnTo>
                  <a:pt x="7924636" y="0"/>
                </a:lnTo>
                <a:lnTo>
                  <a:pt x="7924636" y="630881"/>
                </a:lnTo>
                <a:lnTo>
                  <a:pt x="0" y="63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4981466"/>
            <a:ext cx="15582900" cy="2282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3"/>
              </a:lnSpc>
            </a:pPr>
            <a:r>
              <a:rPr lang="en-US" sz="8883" b="1" dirty="0">
                <a:solidFill>
                  <a:srgbClr val="FFFFFF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Staff Satisfaction Survey</a:t>
            </a:r>
          </a:p>
          <a:p>
            <a:pPr algn="ctr">
              <a:lnSpc>
                <a:spcPts val="8883"/>
              </a:lnSpc>
            </a:pPr>
            <a:r>
              <a:rPr lang="en-US" sz="8883" b="1" dirty="0">
                <a:solidFill>
                  <a:srgbClr val="FFFFFF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2026</a:t>
            </a:r>
            <a:endParaRPr lang="en-US" sz="8883" b="1" dirty="0">
              <a:gradFill>
                <a:gsLst>
                  <a:gs pos="0">
                    <a:srgbClr val="FF3A3A">
                      <a:alpha val="100000"/>
                    </a:srgbClr>
                  </a:gs>
                  <a:gs pos="100000">
                    <a:srgbClr val="FF7A00">
                      <a:alpha val="100000"/>
                    </a:srgbClr>
                  </a:gs>
                </a:gsLst>
                <a:lin ang="0"/>
              </a:gradFill>
              <a:latin typeface="General Sans 1 Semi-Bold"/>
              <a:ea typeface="General Sans 1 Semi-Bold"/>
              <a:cs typeface="General Sans 1 Semi-Bold"/>
              <a:sym typeface="General Sans 1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49401" y="8899526"/>
            <a:ext cx="2895599" cy="328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20" dirty="0">
                <a:solidFill>
                  <a:srgbClr val="FFFFFF"/>
                </a:soli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www.talentformula.co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AE45-3065-D413-B4F5-49FC47FB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EF82A3-E7A1-EC91-3E9D-0B3A31B6A0CD}"/>
              </a:ext>
            </a:extLst>
          </p:cNvPr>
          <p:cNvSpPr/>
          <p:nvPr/>
        </p:nvSpPr>
        <p:spPr>
          <a:xfrm>
            <a:off x="0" y="0"/>
            <a:ext cx="18440374" cy="10286999"/>
          </a:xfrm>
          <a:custGeom>
            <a:avLst/>
            <a:gdLst/>
            <a:ahLst/>
            <a:cxnLst/>
            <a:rect l="l" t="t" r="r" b="b"/>
            <a:pathLst>
              <a:path w="19267085" h="10837735">
                <a:moveTo>
                  <a:pt x="0" y="0"/>
                </a:moveTo>
                <a:lnTo>
                  <a:pt x="19267084" y="0"/>
                </a:lnTo>
                <a:lnTo>
                  <a:pt x="19267084" y="10837735"/>
                </a:lnTo>
                <a:lnTo>
                  <a:pt x="0" y="1083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866" b="-1160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DCD4CA4-3B9A-0D8A-5F57-186809152470}"/>
              </a:ext>
            </a:extLst>
          </p:cNvPr>
          <p:cNvSpPr txBox="1"/>
          <p:nvPr/>
        </p:nvSpPr>
        <p:spPr>
          <a:xfrm>
            <a:off x="533400" y="469784"/>
            <a:ext cx="9448800" cy="724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000" b="1" dirty="0">
                <a:gradFill>
                  <a:gsLst>
                    <a:gs pos="0">
                      <a:srgbClr val="FF3A3A">
                        <a:alpha val="100000"/>
                      </a:srgbClr>
                    </a:gs>
                    <a:gs pos="100000">
                      <a:srgbClr val="FF7A00">
                        <a:alpha val="100000"/>
                      </a:srgbClr>
                    </a:gs>
                  </a:gsLst>
                  <a:lin ang="0"/>
                </a:gra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SATISFACTION SCORES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48303AF-773A-C22A-671C-2A0C86864AA2}"/>
              </a:ext>
            </a:extLst>
          </p:cNvPr>
          <p:cNvSpPr/>
          <p:nvPr/>
        </p:nvSpPr>
        <p:spPr>
          <a:xfrm>
            <a:off x="16698421" y="1028700"/>
            <a:ext cx="543306" cy="455389"/>
          </a:xfrm>
          <a:custGeom>
            <a:avLst/>
            <a:gdLst/>
            <a:ahLst/>
            <a:cxnLst/>
            <a:rect l="l" t="t" r="r" b="b"/>
            <a:pathLst>
              <a:path w="543306" h="455389">
                <a:moveTo>
                  <a:pt x="0" y="0"/>
                </a:moveTo>
                <a:lnTo>
                  <a:pt x="543306" y="0"/>
                </a:lnTo>
                <a:lnTo>
                  <a:pt x="543306" y="455389"/>
                </a:lnTo>
                <a:lnTo>
                  <a:pt x="0" y="455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9894D3-59FA-589F-914E-76C5D8022103}"/>
              </a:ext>
            </a:extLst>
          </p:cNvPr>
          <p:cNvSpPr txBox="1"/>
          <p:nvPr/>
        </p:nvSpPr>
        <p:spPr>
          <a:xfrm>
            <a:off x="533400" y="1256394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neral Sans" pitchFamily="50" charset="0"/>
              </a:rPr>
              <a:t>At a Glance</a:t>
            </a:r>
            <a:endParaRPr lang="en-IN" sz="2400" dirty="0">
              <a:latin typeface="General Sans" pitchFamily="50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4ABA34-4CE7-B344-87A9-078E5EDA6E68}"/>
              </a:ext>
            </a:extLst>
          </p:cNvPr>
          <p:cNvCxnSpPr/>
          <p:nvPr/>
        </p:nvCxnSpPr>
        <p:spPr>
          <a:xfrm>
            <a:off x="3581400" y="5134428"/>
            <a:ext cx="1021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04B01B5-5AFA-DEEA-EE21-0EDE6CBAF2D8}"/>
              </a:ext>
            </a:extLst>
          </p:cNvPr>
          <p:cNvSpPr txBox="1"/>
          <p:nvPr/>
        </p:nvSpPr>
        <p:spPr>
          <a:xfrm>
            <a:off x="3581400" y="4424011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neral Sans" pitchFamily="50" charset="0"/>
              </a:rPr>
              <a:t>Participation Rate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8655E-729D-36CA-C999-5A5DA56E2A6E}"/>
              </a:ext>
            </a:extLst>
          </p:cNvPr>
          <p:cNvSpPr txBox="1"/>
          <p:nvPr/>
        </p:nvSpPr>
        <p:spPr>
          <a:xfrm>
            <a:off x="3581400" y="5564851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neral Sans" pitchFamily="50" charset="0"/>
              </a:rPr>
              <a:t>TF Overall Satisfaction Score</a:t>
            </a:r>
            <a:endParaRPr lang="en-IN" dirty="0">
              <a:latin typeface="General Sans" pitchFamily="50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F7102E-C4D0-01C5-F7D6-93C40BF7CB38}"/>
              </a:ext>
            </a:extLst>
          </p:cNvPr>
          <p:cNvCxnSpPr/>
          <p:nvPr/>
        </p:nvCxnSpPr>
        <p:spPr>
          <a:xfrm>
            <a:off x="9829800" y="3016073"/>
            <a:ext cx="0" cy="358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B14EA57-5374-60C9-14B9-5C0BE19109BA}"/>
              </a:ext>
            </a:extLst>
          </p:cNvPr>
          <p:cNvSpPr txBox="1"/>
          <p:nvPr/>
        </p:nvSpPr>
        <p:spPr>
          <a:xfrm>
            <a:off x="7620003" y="3294050"/>
            <a:ext cx="1676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neral Sans" pitchFamily="50" charset="0"/>
              </a:rPr>
              <a:t>2025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2FE116-D541-65A4-2E8F-C9945C9E94E1}"/>
              </a:ext>
            </a:extLst>
          </p:cNvPr>
          <p:cNvSpPr txBox="1"/>
          <p:nvPr/>
        </p:nvSpPr>
        <p:spPr>
          <a:xfrm>
            <a:off x="10363203" y="3294050"/>
            <a:ext cx="1676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neral Sans" pitchFamily="50" charset="0"/>
              </a:rPr>
              <a:t>2026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5FD120-8E4E-4781-D4B2-6B8BAB9C86A2}"/>
              </a:ext>
            </a:extLst>
          </p:cNvPr>
          <p:cNvSpPr txBox="1"/>
          <p:nvPr/>
        </p:nvSpPr>
        <p:spPr>
          <a:xfrm>
            <a:off x="8115301" y="4409888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neral Sans" pitchFamily="50" charset="0"/>
              </a:rPr>
              <a:t>96%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852E02-69C8-712D-1BE1-8CEB26933897}"/>
              </a:ext>
            </a:extLst>
          </p:cNvPr>
          <p:cNvSpPr txBox="1"/>
          <p:nvPr/>
        </p:nvSpPr>
        <p:spPr>
          <a:xfrm>
            <a:off x="10778671" y="4431998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neral Sans" pitchFamily="50" charset="0"/>
              </a:rPr>
              <a:t>99%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0564DB-0391-107C-1B5B-7CEDF0017425}"/>
              </a:ext>
            </a:extLst>
          </p:cNvPr>
          <p:cNvSpPr txBox="1"/>
          <p:nvPr/>
        </p:nvSpPr>
        <p:spPr>
          <a:xfrm>
            <a:off x="8115300" y="5555780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neral Sans" pitchFamily="50" charset="0"/>
              </a:rPr>
              <a:t>87%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3004E2-98DC-1D43-2E46-3BD163393579}"/>
              </a:ext>
            </a:extLst>
          </p:cNvPr>
          <p:cNvSpPr txBox="1"/>
          <p:nvPr/>
        </p:nvSpPr>
        <p:spPr>
          <a:xfrm>
            <a:off x="7620003" y="6180268"/>
            <a:ext cx="1676371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neral Sans" pitchFamily="50" charset="0"/>
              </a:rPr>
              <a:t>4% Above Industry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8B745D-4BA1-229F-D06A-5532099A5871}"/>
              </a:ext>
            </a:extLst>
          </p:cNvPr>
          <p:cNvSpPr txBox="1"/>
          <p:nvPr/>
        </p:nvSpPr>
        <p:spPr>
          <a:xfrm>
            <a:off x="10744200" y="5597071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General Sans" pitchFamily="50" charset="0"/>
              </a:rPr>
              <a:t>8</a:t>
            </a:r>
            <a:r>
              <a:rPr lang="en-US" dirty="0">
                <a:latin typeface="General Sans" pitchFamily="50" charset="0"/>
              </a:rPr>
              <a:t>5</a:t>
            </a:r>
            <a:r>
              <a:rPr lang="en-US">
                <a:latin typeface="General Sans" pitchFamily="50" charset="0"/>
              </a:rPr>
              <a:t>%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8B1EF-7C39-BD77-0129-153FFAAE8A5D}"/>
              </a:ext>
            </a:extLst>
          </p:cNvPr>
          <p:cNvSpPr txBox="1"/>
          <p:nvPr/>
        </p:nvSpPr>
        <p:spPr>
          <a:xfrm>
            <a:off x="10363203" y="6211544"/>
            <a:ext cx="1676371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neral Sans" pitchFamily="50" charset="0"/>
              </a:rPr>
              <a:t>1% Above Industry</a:t>
            </a:r>
            <a:endParaRPr lang="en-IN" dirty="0">
              <a:latin typeface="General Sans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517815-2DE0-56F7-39B3-F337350DB8EA}"/>
              </a:ext>
            </a:extLst>
          </p:cNvPr>
          <p:cNvSpPr txBox="1"/>
          <p:nvPr/>
        </p:nvSpPr>
        <p:spPr>
          <a:xfrm>
            <a:off x="1447800" y="7824672"/>
            <a:ext cx="1211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neral Sans" pitchFamily="50" charset="0"/>
              </a:rPr>
              <a:t>* Industry Benchmark refers to the Top 10% companies among Professional Services that employs 200-500 staff</a:t>
            </a:r>
            <a:endParaRPr lang="en-IN" dirty="0">
              <a:latin typeface="Genera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9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CDA3A-E4C0-4DC7-20B3-18C68FDC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351A2C-5C38-883C-490E-42381F6A6EF9}"/>
              </a:ext>
            </a:extLst>
          </p:cNvPr>
          <p:cNvSpPr/>
          <p:nvPr/>
        </p:nvSpPr>
        <p:spPr>
          <a:xfrm>
            <a:off x="0" y="0"/>
            <a:ext cx="18440374" cy="10286999"/>
          </a:xfrm>
          <a:custGeom>
            <a:avLst/>
            <a:gdLst/>
            <a:ahLst/>
            <a:cxnLst/>
            <a:rect l="l" t="t" r="r" b="b"/>
            <a:pathLst>
              <a:path w="19267085" h="10837735">
                <a:moveTo>
                  <a:pt x="0" y="0"/>
                </a:moveTo>
                <a:lnTo>
                  <a:pt x="19267084" y="0"/>
                </a:lnTo>
                <a:lnTo>
                  <a:pt x="19267084" y="10837735"/>
                </a:lnTo>
                <a:lnTo>
                  <a:pt x="0" y="1083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866" b="-1160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DF53775-19FB-EE93-DC31-288B6835BCC7}"/>
              </a:ext>
            </a:extLst>
          </p:cNvPr>
          <p:cNvSpPr txBox="1"/>
          <p:nvPr/>
        </p:nvSpPr>
        <p:spPr>
          <a:xfrm>
            <a:off x="533400" y="469784"/>
            <a:ext cx="9448800" cy="724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000" b="1" dirty="0">
                <a:gradFill>
                  <a:gsLst>
                    <a:gs pos="0">
                      <a:srgbClr val="FF3A3A">
                        <a:alpha val="100000"/>
                      </a:srgbClr>
                    </a:gs>
                    <a:gs pos="100000">
                      <a:srgbClr val="FF7A00">
                        <a:alpha val="100000"/>
                      </a:srgbClr>
                    </a:gs>
                  </a:gsLst>
                  <a:lin ang="0"/>
                </a:gra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SATISFACTION SCORES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4117E62-6C2D-3564-9A10-41BAF4F41E16}"/>
              </a:ext>
            </a:extLst>
          </p:cNvPr>
          <p:cNvSpPr/>
          <p:nvPr/>
        </p:nvSpPr>
        <p:spPr>
          <a:xfrm>
            <a:off x="16698421" y="1028700"/>
            <a:ext cx="543306" cy="455389"/>
          </a:xfrm>
          <a:custGeom>
            <a:avLst/>
            <a:gdLst/>
            <a:ahLst/>
            <a:cxnLst/>
            <a:rect l="l" t="t" r="r" b="b"/>
            <a:pathLst>
              <a:path w="543306" h="455389">
                <a:moveTo>
                  <a:pt x="0" y="0"/>
                </a:moveTo>
                <a:lnTo>
                  <a:pt x="543306" y="0"/>
                </a:lnTo>
                <a:lnTo>
                  <a:pt x="543306" y="455389"/>
                </a:lnTo>
                <a:lnTo>
                  <a:pt x="0" y="455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6191C7-9D8B-0C96-3A22-5453D45B0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1654"/>
              </p:ext>
            </p:extLst>
          </p:nvPr>
        </p:nvGraphicFramePr>
        <p:xfrm>
          <a:off x="1143000" y="1663678"/>
          <a:ext cx="13030199" cy="7823230"/>
        </p:xfrm>
        <a:graphic>
          <a:graphicData uri="http://schemas.openxmlformats.org/drawingml/2006/table">
            <a:tbl>
              <a:tblPr/>
              <a:tblGrid>
                <a:gridCol w="4223305">
                  <a:extLst>
                    <a:ext uri="{9D8B030D-6E8A-4147-A177-3AD203B41FA5}">
                      <a16:colId xmlns:a16="http://schemas.microsoft.com/office/drawing/2014/main" val="3366449875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3524495735"/>
                    </a:ext>
                  </a:extLst>
                </a:gridCol>
                <a:gridCol w="2508630">
                  <a:extLst>
                    <a:ext uri="{9D8B030D-6E8A-4147-A177-3AD203B41FA5}">
                      <a16:colId xmlns:a16="http://schemas.microsoft.com/office/drawing/2014/main" val="1580380139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3689091026"/>
                    </a:ext>
                  </a:extLst>
                </a:gridCol>
                <a:gridCol w="2562006">
                  <a:extLst>
                    <a:ext uri="{9D8B030D-6E8A-4147-A177-3AD203B41FA5}">
                      <a16:colId xmlns:a16="http://schemas.microsoft.com/office/drawing/2014/main" val="3118016995"/>
                    </a:ext>
                  </a:extLst>
                </a:gridCol>
              </a:tblGrid>
              <a:tr h="460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General Sans" pitchFamily="50" charset="0"/>
                        </a:rPr>
                        <a:t>Factor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General Sans" pitchFamily="50" charset="0"/>
                        </a:rPr>
                        <a:t> TF Score 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General Sans" pitchFamily="50" charset="0"/>
                        </a:rPr>
                        <a:t>Industry Score 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General Sans" pitchFamily="50" charset="0"/>
                        </a:rPr>
                        <a:t> TF Score 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General Sans" pitchFamily="50" charset="0"/>
                        </a:rPr>
                        <a:t>Industry Score 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392937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Engagement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20923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Company Confidence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500921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Alignment &amp; Involvement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407333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Collaboration &amp; Communication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73399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Enablement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54271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Feedback &amp; Recognition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73%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76%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70%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77%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85507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Innovation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40379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Leadership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78148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Learning &amp; Development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427755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827341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Service &amp; Quality Focus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607757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Social Connection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500543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Teamwork &amp; Ownership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725275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Work &amp; Life Blend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91%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957312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Action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71%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74%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eneral Sans" pitchFamily="50" charset="0"/>
                        </a:rPr>
                        <a:t>73%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74%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186979"/>
                  </a:ext>
                </a:extLst>
              </a:tr>
              <a:tr h="460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Overall Satisfaction 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6A14"/>
                          </a:solidFill>
                          <a:effectLst/>
                          <a:latin typeface="General Sans" pitchFamily="50" charset="0"/>
                        </a:rPr>
                        <a:t>84%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50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41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16561" cy="10286999"/>
          </a:xfrm>
          <a:custGeom>
            <a:avLst/>
            <a:gdLst/>
            <a:ahLst/>
            <a:cxnLst/>
            <a:rect l="l" t="t" r="r" b="b"/>
            <a:pathLst>
              <a:path w="19267085" h="10837735">
                <a:moveTo>
                  <a:pt x="0" y="0"/>
                </a:moveTo>
                <a:lnTo>
                  <a:pt x="19267084" y="0"/>
                </a:lnTo>
                <a:lnTo>
                  <a:pt x="19267084" y="10837735"/>
                </a:lnTo>
                <a:lnTo>
                  <a:pt x="0" y="1083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866" b="-1160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33400" y="469784"/>
            <a:ext cx="13944600" cy="724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000" b="1" dirty="0">
                <a:gradFill>
                  <a:gsLst>
                    <a:gs pos="0">
                      <a:srgbClr val="FF3A3A">
                        <a:alpha val="100000"/>
                      </a:srgbClr>
                    </a:gs>
                    <a:gs pos="100000">
                      <a:srgbClr val="FF7A00">
                        <a:alpha val="100000"/>
                      </a:srgbClr>
                    </a:gs>
                  </a:gsLst>
                  <a:lin ang="0"/>
                </a:gra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STRENGTHS &amp; OPPORTUNITIES – TALENT FORMULA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698421" y="1028700"/>
            <a:ext cx="543306" cy="455389"/>
          </a:xfrm>
          <a:custGeom>
            <a:avLst/>
            <a:gdLst/>
            <a:ahLst/>
            <a:cxnLst/>
            <a:rect l="l" t="t" r="r" b="b"/>
            <a:pathLst>
              <a:path w="543306" h="455389">
                <a:moveTo>
                  <a:pt x="0" y="0"/>
                </a:moveTo>
                <a:lnTo>
                  <a:pt x="543306" y="0"/>
                </a:lnTo>
                <a:lnTo>
                  <a:pt x="543306" y="455389"/>
                </a:lnTo>
                <a:lnTo>
                  <a:pt x="0" y="455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0360B-F869-BB0C-FBB4-F840519C46A6}"/>
              </a:ext>
            </a:extLst>
          </p:cNvPr>
          <p:cNvSpPr txBox="1"/>
          <p:nvPr/>
        </p:nvSpPr>
        <p:spPr>
          <a:xfrm>
            <a:off x="990600" y="1663677"/>
            <a:ext cx="16306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eneral Sans" pitchFamily="50" charset="0"/>
              </a:rPr>
              <a:t>Top Strengths</a:t>
            </a:r>
          </a:p>
          <a:p>
            <a:endParaRPr lang="en-US" sz="3600" dirty="0">
              <a:latin typeface="General Sans" pitchFamily="50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General Sans" pitchFamily="50" charset="0"/>
              </a:rPr>
              <a:t>Workloads are divided fairly among people where I work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General Sans" pitchFamily="50" charset="0"/>
              </a:rPr>
              <a:t>Most of the systems and processes here support us in getting our work done effectively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General Sans" pitchFamily="50" charset="0"/>
              </a:rPr>
              <a:t>When it is clear that someone is not delivering in their role we do something about it</a:t>
            </a:r>
          </a:p>
          <a:p>
            <a:endParaRPr lang="en-US" sz="3200" dirty="0">
              <a:latin typeface="General Sans" pitchFamily="50" charset="0"/>
            </a:endParaRPr>
          </a:p>
          <a:p>
            <a:r>
              <a:rPr lang="en-US" sz="2000" dirty="0">
                <a:latin typeface="General Sans" pitchFamily="50" charset="0"/>
              </a:rPr>
              <a:t>These are the key areas we are excelling in, and areas we scored best compared to Professional Services (200-500) Top 10%, 2026</a:t>
            </a:r>
          </a:p>
          <a:p>
            <a:endParaRPr lang="en-US" sz="2400" dirty="0">
              <a:latin typeface="General Sans" pitchFamily="50" charset="0"/>
            </a:endParaRPr>
          </a:p>
          <a:p>
            <a:r>
              <a:rPr lang="en-US" sz="3200" dirty="0">
                <a:latin typeface="General Sans" pitchFamily="50" charset="0"/>
              </a:rPr>
              <a:t>Top Opportunities</a:t>
            </a:r>
          </a:p>
          <a:p>
            <a:endParaRPr lang="en-US" sz="3600" dirty="0">
              <a:latin typeface="General Sans" pitchFamily="50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General Sans" pitchFamily="50" charset="0"/>
              </a:rPr>
              <a:t>My job performance is evaluated fairly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General Sans" pitchFamily="50" charset="0"/>
              </a:rPr>
              <a:t>At Talent Formula there is open and honest two-way communication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General Sans" pitchFamily="50" charset="0"/>
              </a:rPr>
              <a:t>Generally, the right people are rewarded and recognized at Talent Formula</a:t>
            </a:r>
          </a:p>
          <a:p>
            <a:endParaRPr lang="en-US" sz="4000" dirty="0">
              <a:latin typeface="General Sans" pitchFamily="50" charset="0"/>
            </a:endParaRPr>
          </a:p>
          <a:p>
            <a:r>
              <a:rPr lang="en-US" sz="2000" dirty="0">
                <a:latin typeface="General Sans" pitchFamily="50" charset="0"/>
              </a:rPr>
              <a:t>These are our top opportunities compared to Professional Services (200-500) Top 10%,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9B25-B6AC-12F4-AD30-55015E05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74F85B-96C8-405D-5CF8-786C1CAEAFCB}"/>
              </a:ext>
            </a:extLst>
          </p:cNvPr>
          <p:cNvSpPr/>
          <p:nvPr/>
        </p:nvSpPr>
        <p:spPr>
          <a:xfrm>
            <a:off x="0" y="0"/>
            <a:ext cx="18516561" cy="10286999"/>
          </a:xfrm>
          <a:custGeom>
            <a:avLst/>
            <a:gdLst/>
            <a:ahLst/>
            <a:cxnLst/>
            <a:rect l="l" t="t" r="r" b="b"/>
            <a:pathLst>
              <a:path w="19267085" h="10837735">
                <a:moveTo>
                  <a:pt x="0" y="0"/>
                </a:moveTo>
                <a:lnTo>
                  <a:pt x="19267084" y="0"/>
                </a:lnTo>
                <a:lnTo>
                  <a:pt x="19267084" y="10837735"/>
                </a:lnTo>
                <a:lnTo>
                  <a:pt x="0" y="1083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866" b="-1160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1C3521D-A4BE-C467-109B-49EC8DD11EA0}"/>
              </a:ext>
            </a:extLst>
          </p:cNvPr>
          <p:cNvSpPr txBox="1"/>
          <p:nvPr/>
        </p:nvSpPr>
        <p:spPr>
          <a:xfrm>
            <a:off x="533400" y="469784"/>
            <a:ext cx="15544800" cy="712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3600" b="1" dirty="0">
                <a:gradFill>
                  <a:gsLst>
                    <a:gs pos="0">
                      <a:srgbClr val="FF3A3A">
                        <a:alpha val="100000"/>
                      </a:srgbClr>
                    </a:gs>
                    <a:gs pos="100000">
                      <a:srgbClr val="FF7A00">
                        <a:alpha val="100000"/>
                      </a:srgbClr>
                    </a:gs>
                  </a:gsLst>
                  <a:lin ang="0"/>
                </a:gradFill>
                <a:latin typeface="General Sans 1 Semi-Bold"/>
                <a:ea typeface="General Sans 1 Semi-Bold"/>
                <a:cs typeface="General Sans 1 Semi-Bold"/>
                <a:sym typeface="General Sans 1 Semi-Bold"/>
              </a:rPr>
              <a:t>TOP 5 QUESTIONS IMPACTING ENGAGEMENT AT TALENT FORMULA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AE509F7-5B1E-4D00-7935-E16C99C0C46B}"/>
              </a:ext>
            </a:extLst>
          </p:cNvPr>
          <p:cNvSpPr/>
          <p:nvPr/>
        </p:nvSpPr>
        <p:spPr>
          <a:xfrm>
            <a:off x="16698421" y="1028700"/>
            <a:ext cx="543306" cy="455389"/>
          </a:xfrm>
          <a:custGeom>
            <a:avLst/>
            <a:gdLst/>
            <a:ahLst/>
            <a:cxnLst/>
            <a:rect l="l" t="t" r="r" b="b"/>
            <a:pathLst>
              <a:path w="543306" h="455389">
                <a:moveTo>
                  <a:pt x="0" y="0"/>
                </a:moveTo>
                <a:lnTo>
                  <a:pt x="543306" y="0"/>
                </a:lnTo>
                <a:lnTo>
                  <a:pt x="543306" y="455389"/>
                </a:lnTo>
                <a:lnTo>
                  <a:pt x="0" y="455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74D75B-E78B-D71B-4E50-3A54AE3662D0}"/>
              </a:ext>
            </a:extLst>
          </p:cNvPr>
          <p:cNvGrpSpPr/>
          <p:nvPr/>
        </p:nvGrpSpPr>
        <p:grpSpPr>
          <a:xfrm>
            <a:off x="1219200" y="1484089"/>
            <a:ext cx="13804814" cy="8333127"/>
            <a:chOff x="1219200" y="1484089"/>
            <a:chExt cx="13804814" cy="83331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5DDA0A-6F3D-AB7F-6C8A-6622EF9E4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9200" y="1484089"/>
              <a:ext cx="13804814" cy="8333127"/>
            </a:xfrm>
            <a:prstGeom prst="rect">
              <a:avLst/>
            </a:prstGeom>
            <a:noFill/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52F321-B49A-4E84-4C20-B055F5911381}"/>
                </a:ext>
              </a:extLst>
            </p:cNvPr>
            <p:cNvSpPr txBox="1"/>
            <p:nvPr/>
          </p:nvSpPr>
          <p:spPr>
            <a:xfrm>
              <a:off x="11277600" y="2705100"/>
              <a:ext cx="614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General Sans" pitchFamily="50" charset="0"/>
                </a:rPr>
                <a:t> 16</a:t>
              </a:r>
              <a:endParaRPr lang="en-IN" dirty="0">
                <a:latin typeface="General Sans" pitchFamily="50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1DB5E4-6AF8-2CB6-FA76-4D2D79DAF8F1}"/>
                </a:ext>
              </a:extLst>
            </p:cNvPr>
            <p:cNvSpPr txBox="1"/>
            <p:nvPr/>
          </p:nvSpPr>
          <p:spPr>
            <a:xfrm>
              <a:off x="14249400" y="2427743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General Sans" pitchFamily="50" charset="0"/>
                </a:rPr>
                <a:t>+2</a:t>
              </a:r>
              <a:endParaRPr lang="en-IN" dirty="0">
                <a:solidFill>
                  <a:srgbClr val="00B050"/>
                </a:solidFill>
                <a:latin typeface="General Sans" pitchFamily="50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E3C3DD-A4D3-A906-397A-A1D6EBA7BC21}"/>
                </a:ext>
              </a:extLst>
            </p:cNvPr>
            <p:cNvSpPr txBox="1"/>
            <p:nvPr/>
          </p:nvSpPr>
          <p:spPr>
            <a:xfrm>
              <a:off x="11582400" y="422910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eneral Sans" pitchFamily="50" charset="0"/>
                </a:rPr>
                <a:t>9</a:t>
              </a:r>
              <a:endParaRPr lang="en-IN" dirty="0">
                <a:latin typeface="General Sans" pitchFamily="50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19DE9D-681F-D1B5-BD13-BC66A0458759}"/>
                </a:ext>
              </a:extLst>
            </p:cNvPr>
            <p:cNvSpPr txBox="1"/>
            <p:nvPr/>
          </p:nvSpPr>
          <p:spPr>
            <a:xfrm>
              <a:off x="14401800" y="42291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B050"/>
                  </a:solidFill>
                  <a:latin typeface="General Sans" pitchFamily="50" charset="0"/>
                </a:defRPr>
              </a:lvl1pPr>
            </a:lstStyle>
            <a:p>
              <a:r>
                <a:rPr lang="en-US" dirty="0"/>
                <a:t>0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EC5B83-2B1F-B43B-37E7-E1E3B8A9F435}"/>
                </a:ext>
              </a:extLst>
            </p:cNvPr>
            <p:cNvSpPr txBox="1"/>
            <p:nvPr/>
          </p:nvSpPr>
          <p:spPr>
            <a:xfrm>
              <a:off x="11501300" y="593776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General Sans" pitchFamily="50" charset="0"/>
                </a:rPr>
                <a:t> 11</a:t>
              </a:r>
              <a:endParaRPr lang="en-IN" dirty="0">
                <a:latin typeface="General Sans" pitchFamily="50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E6D66B-48CE-D901-A607-B423BF2624F0}"/>
                </a:ext>
              </a:extLst>
            </p:cNvPr>
            <p:cNvSpPr txBox="1"/>
            <p:nvPr/>
          </p:nvSpPr>
          <p:spPr>
            <a:xfrm>
              <a:off x="14237546" y="5688569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B050"/>
                  </a:solidFill>
                  <a:latin typeface="General Sans" pitchFamily="50" charset="0"/>
                </a:defRPr>
              </a:lvl1pPr>
            </a:lstStyle>
            <a:p>
              <a:r>
                <a:rPr lang="en-US" dirty="0"/>
                <a:t>+2</a:t>
              </a:r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8D6489-D987-BDB5-C6D9-A1789E962CBD}"/>
                </a:ext>
              </a:extLst>
            </p:cNvPr>
            <p:cNvSpPr txBox="1"/>
            <p:nvPr/>
          </p:nvSpPr>
          <p:spPr>
            <a:xfrm>
              <a:off x="11282500" y="9021970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General Sans" pitchFamily="50" charset="0"/>
                </a:rPr>
                <a:t> 11</a:t>
              </a:r>
              <a:endParaRPr lang="en-IN" dirty="0">
                <a:latin typeface="General Sans" pitchFamily="50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2F8BD0-312E-4DB3-3A5D-7BE7940528A3}"/>
                </a:ext>
              </a:extLst>
            </p:cNvPr>
            <p:cNvSpPr txBox="1"/>
            <p:nvPr/>
          </p:nvSpPr>
          <p:spPr>
            <a:xfrm>
              <a:off x="11432450" y="7632216"/>
              <a:ext cx="3834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eneral Sans" pitchFamily="50" charset="0"/>
                </a:rPr>
                <a:t>14</a:t>
              </a:r>
              <a:endParaRPr lang="en-IN" dirty="0">
                <a:latin typeface="General Sans" pitchFamily="50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7FE664-AD83-55CE-E584-76C678D31A56}"/>
                </a:ext>
              </a:extLst>
            </p:cNvPr>
            <p:cNvSpPr txBox="1"/>
            <p:nvPr/>
          </p:nvSpPr>
          <p:spPr>
            <a:xfrm>
              <a:off x="14265544" y="7427162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B050"/>
                  </a:solidFill>
                  <a:latin typeface="General Sans" pitchFamily="50" charset="0"/>
                </a:defRPr>
              </a:lvl1pPr>
            </a:lstStyle>
            <a:p>
              <a:r>
                <a:rPr lang="en-US" dirty="0"/>
                <a:t>+2</a:t>
              </a:r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CD9036-E8BA-3F47-5EB4-4A9D75A7EE09}"/>
                </a:ext>
              </a:extLst>
            </p:cNvPr>
            <p:cNvSpPr txBox="1"/>
            <p:nvPr/>
          </p:nvSpPr>
          <p:spPr>
            <a:xfrm>
              <a:off x="14333672" y="8764729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B050"/>
                  </a:solidFill>
                  <a:latin typeface="General Sans" pitchFamily="50" charset="0"/>
                </a:defRPr>
              </a:lvl1pPr>
            </a:lstStyle>
            <a:p>
              <a:r>
                <a:rPr lang="en-US" dirty="0"/>
                <a:t>+9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533830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382</Words>
  <Application>Microsoft Office PowerPoint</Application>
  <PresentationFormat>Custom</PresentationFormat>
  <Paragraphs>129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General Sans 1 Semi-Bold</vt:lpstr>
      <vt:lpstr>Arial</vt:lpstr>
      <vt:lpstr>General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 Deck Template</dc:title>
  <cp:lastModifiedBy>Deepika Mani</cp:lastModifiedBy>
  <cp:revision>1</cp:revision>
  <dcterms:created xsi:type="dcterms:W3CDTF">2006-08-16T00:00:00Z</dcterms:created>
  <dcterms:modified xsi:type="dcterms:W3CDTF">2026-07-23T06:23:09Z</dcterms:modified>
  <dc:identifier>DAHFfUr5gKI</dc:identifier>
</cp:coreProperties>
</file>